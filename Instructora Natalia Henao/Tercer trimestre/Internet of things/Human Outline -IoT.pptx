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Palanquin Dark"/>
      <p:regular r:id="rId8"/>
      <p:bold r:id="rId9"/>
    </p:embeddedFont>
    <p:embeddedFont>
      <p:font typeface="Lexend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UjM1Fv6SGae0AawMCa/6IyR3V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exend-bold.fntdata"/><Relationship Id="rId10" Type="http://schemas.openxmlformats.org/officeDocument/2006/relationships/font" Target="fonts/Lexend-regular.fntdata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PalanquinDark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PalanquinDar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idx="1" type="subTitle"/>
          </p:nvPr>
        </p:nvSpPr>
        <p:spPr>
          <a:xfrm>
            <a:off x="960000" y="3571228"/>
            <a:ext cx="4348400" cy="1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1pPr>
            <a:lvl2pPr lvl="1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960000" y="1987600"/>
            <a:ext cx="4348400" cy="1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87" name="Google Shape;87;p17"/>
          <p:cNvSpPr/>
          <p:nvPr/>
        </p:nvSpPr>
        <p:spPr>
          <a:xfrm rot="-1099162">
            <a:off x="6845960" y="4751756"/>
            <a:ext cx="7596723" cy="5580451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 rot="-10443068">
            <a:off x="-1616824" y="-2344186"/>
            <a:ext cx="5387064" cy="3957265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 flipH="1">
            <a:off x="5383467" y="970400"/>
            <a:ext cx="5832000" cy="3632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8"/>
          <p:cNvSpPr txBox="1"/>
          <p:nvPr>
            <p:ph type="title"/>
          </p:nvPr>
        </p:nvSpPr>
        <p:spPr>
          <a:xfrm flipH="1">
            <a:off x="4598267" y="516800"/>
            <a:ext cx="6617200" cy="2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92" name="Google Shape;92;p18"/>
          <p:cNvSpPr/>
          <p:nvPr/>
        </p:nvSpPr>
        <p:spPr>
          <a:xfrm flipH="1" rot="-2467215">
            <a:off x="9211637" y="4160845"/>
            <a:ext cx="5386295" cy="3956700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>
            <p:ph type="ctrTitle"/>
          </p:nvPr>
        </p:nvSpPr>
        <p:spPr>
          <a:xfrm>
            <a:off x="1926600" y="5501202"/>
            <a:ext cx="102654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</a:pPr>
            <a:r>
              <a:rPr b="1" lang="es-CO" sz="4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Designing and Describing an IoT Device</a:t>
            </a:r>
            <a:endParaRPr sz="5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ctrTitle"/>
          </p:nvPr>
        </p:nvSpPr>
        <p:spPr>
          <a:xfrm>
            <a:off x="1900800" y="314021"/>
            <a:ext cx="9144000" cy="15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Lexend"/>
              <a:buNone/>
            </a:pPr>
            <a:r>
              <a:rPr b="1" lang="es-CO" sz="5200">
                <a:latin typeface="Lexend"/>
                <a:ea typeface="Lexend"/>
                <a:cs typeface="Lexend"/>
                <a:sym typeface="Lexend"/>
              </a:rPr>
              <a:t>Design &amp; Brainstorming: “IoT on the Human Body”</a:t>
            </a:r>
            <a:endParaRPr sz="5200"/>
          </a:p>
        </p:txBody>
      </p:sp>
      <p:sp>
        <p:nvSpPr>
          <p:cNvPr id="103" name="Google Shape;103;p3"/>
          <p:cNvSpPr txBox="1"/>
          <p:nvPr>
            <p:ph idx="1" type="subTitle"/>
          </p:nvPr>
        </p:nvSpPr>
        <p:spPr>
          <a:xfrm>
            <a:off x="978950" y="2634300"/>
            <a:ext cx="10621500" cy="3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565">
                <a:latin typeface="Lexend"/>
                <a:ea typeface="Lexend"/>
                <a:cs typeface="Lexend"/>
                <a:sym typeface="Lexend"/>
              </a:rPr>
              <a:t>Design a</a:t>
            </a:r>
            <a:r>
              <a:rPr lang="es-CO" sz="2565">
                <a:latin typeface="Lexend"/>
                <a:ea typeface="Lexend"/>
                <a:cs typeface="Lexend"/>
                <a:sym typeface="Lexend"/>
              </a:rPr>
              <a:t>nd draw </a:t>
            </a:r>
            <a:r>
              <a:rPr lang="es-CO" sz="2565">
                <a:latin typeface="Lexend"/>
                <a:ea typeface="Lexend"/>
                <a:cs typeface="Lexend"/>
                <a:sym typeface="Lexend"/>
              </a:rPr>
              <a:t>or paste the images of </a:t>
            </a:r>
            <a:r>
              <a:rPr b="1" lang="es-CO" sz="2565">
                <a:latin typeface="Lexend"/>
                <a:ea typeface="Lexend"/>
                <a:cs typeface="Lexend"/>
                <a:sym typeface="Lexend"/>
              </a:rPr>
              <a:t>at least 3 IoT personal devices</a:t>
            </a:r>
            <a:r>
              <a:rPr lang="es-CO" sz="2565">
                <a:latin typeface="Lexend"/>
                <a:ea typeface="Lexend"/>
                <a:cs typeface="Lexend"/>
                <a:sym typeface="Lexend"/>
              </a:rPr>
              <a:t> that a person could wear or carry (example: smart glasses).</a:t>
            </a:r>
            <a:endParaRPr sz="2565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65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O" sz="2565">
                <a:latin typeface="Lexend"/>
                <a:ea typeface="Lexend"/>
                <a:cs typeface="Lexend"/>
                <a:sym typeface="Lexend"/>
              </a:rPr>
              <a:t>Discuss the main features of each device and add the information next to the drawings:</a:t>
            </a:r>
            <a:endParaRPr sz="2565">
              <a:latin typeface="Lexend"/>
              <a:ea typeface="Lexend"/>
              <a:cs typeface="Lexend"/>
              <a:sym typeface="Lexend"/>
            </a:endParaRPr>
          </a:p>
          <a:p>
            <a:pPr indent="-400050" lvl="0" marL="3429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65"/>
              <a:buFont typeface="Calibri"/>
              <a:buChar char="●"/>
            </a:pPr>
            <a:r>
              <a:rPr lang="es-CO" sz="2565">
                <a:latin typeface="Lexend"/>
                <a:ea typeface="Lexend"/>
                <a:cs typeface="Lexend"/>
                <a:sym typeface="Lexend"/>
              </a:rPr>
              <a:t>Sensors</a:t>
            </a:r>
            <a:endParaRPr sz="2565">
              <a:latin typeface="Lexend"/>
              <a:ea typeface="Lexend"/>
              <a:cs typeface="Lexend"/>
              <a:sym typeface="Lexend"/>
            </a:endParaRPr>
          </a:p>
          <a:p>
            <a:pPr indent="-400050" lvl="0" marL="3429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65"/>
              <a:buFont typeface="Calibri"/>
              <a:buChar char="●"/>
            </a:pPr>
            <a:r>
              <a:rPr lang="es-CO" sz="2565">
                <a:latin typeface="Lexend"/>
                <a:ea typeface="Lexend"/>
                <a:cs typeface="Lexend"/>
                <a:sym typeface="Lexend"/>
              </a:rPr>
              <a:t>Connectivity </a:t>
            </a:r>
            <a:endParaRPr sz="2565">
              <a:latin typeface="Lexend"/>
              <a:ea typeface="Lexend"/>
              <a:cs typeface="Lexend"/>
              <a:sym typeface="Lexend"/>
            </a:endParaRPr>
          </a:p>
          <a:p>
            <a:pPr indent="-400050" lvl="0" marL="3429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65"/>
              <a:buFont typeface="Calibri"/>
              <a:buChar char="●"/>
            </a:pPr>
            <a:r>
              <a:rPr lang="es-CO" sz="2565">
                <a:latin typeface="Lexend"/>
                <a:ea typeface="Lexend"/>
                <a:cs typeface="Lexend"/>
                <a:sym typeface="Lexend"/>
              </a:rPr>
              <a:t>Function </a:t>
            </a:r>
            <a:endParaRPr sz="2565">
              <a:latin typeface="Lexend"/>
              <a:ea typeface="Lexend"/>
              <a:cs typeface="Lexend"/>
              <a:sym typeface="Lexend"/>
            </a:endParaRPr>
          </a:p>
          <a:p>
            <a:pPr indent="-400050" lvl="0" marL="3429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65"/>
              <a:buFont typeface="Calibri"/>
              <a:buChar char="●"/>
            </a:pPr>
            <a:r>
              <a:rPr lang="es-CO" sz="2565">
                <a:latin typeface="Lexend"/>
                <a:ea typeface="Lexend"/>
                <a:cs typeface="Lexend"/>
                <a:sym typeface="Lexend"/>
              </a:rPr>
              <a:t>Data collected</a:t>
            </a:r>
            <a:endParaRPr sz="2565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ágenes de Silueta cuerpo humano - Descarga gratuita en Freepik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3288" y="0"/>
            <a:ext cx="276383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2025-11-06T21:16:15Z</dcterms:created>
  <dc:creator>Natalia Henao</dc:creator>
</cp:coreProperties>
</file>