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sneider benavides" initials="eb" lastIdx="1" clrIdx="0">
    <p:extLst>
      <p:ext uri="{19B8F6BF-5375-455C-9EA6-DF929625EA0E}">
        <p15:presenceInfo xmlns:p15="http://schemas.microsoft.com/office/powerpoint/2012/main" userId="28948ed06de61c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>
        <p:scale>
          <a:sx n="75" d="100"/>
          <a:sy n="75" d="100"/>
        </p:scale>
        <p:origin x="53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B206C-E19E-4AD0-845D-31CBAA279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958F18-4813-4320-A42F-3556FD1DF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018CAB-8A17-442D-8F25-60CAF480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0BA8-C1A2-4AAB-A19E-A03D7E4B28FA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948093-0F32-4FA9-96A9-84A7367F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1D137-E817-4C04-9299-396E69FB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9E90-1B88-4E50-AD77-8FF4401215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0500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FFDB7-7479-40E3-95F0-EC38DED74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D5B0A2-F9F2-4827-8F5E-9E41BC404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C724F7-09F9-400D-9631-D4EB7A5A1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0BA8-C1A2-4AAB-A19E-A03D7E4B28FA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87DF4C-17DB-46A3-8549-1DB2EDAD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AC4A14-D800-4E19-B91C-B75D4C10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9E90-1B88-4E50-AD77-8FF4401215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236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8D8E9-9E5B-4628-9D81-47A1B8E54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AA4422-F44B-458C-AC63-45DBA47EE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5FF90D-6CF4-4969-A836-FE67DDA4D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0BA8-C1A2-4AAB-A19E-A03D7E4B28FA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4E8F0E-BE68-44B7-869E-A2516AED6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938612-B4CF-46EF-B6F9-92A0EA188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9E90-1B88-4E50-AD77-8FF4401215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923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BAD81-42CF-47EA-8783-AE094A5D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D7E66B-DA41-44A0-B1C0-A2E2737C23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61F827-5CD7-4DF3-9CF5-9C018114A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BA0E4A-4C18-47DE-B5C2-44A4749F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0BA8-C1A2-4AAB-A19E-A03D7E4B28FA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524E12-FF34-4B69-B9F9-EE569A8E9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B2FD12-7BDA-46DB-89AA-9821B98A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9E90-1B88-4E50-AD77-8FF4401215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55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69823D-2E0E-46A5-827B-8802FF80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D8B0A7-6850-40B2-9050-79012D383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615925-6C23-42AF-87C6-90674271B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41A359-8F79-4C51-AE1C-9954345F4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5AC5ADA-606F-40D3-A0F0-8BBE4E641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029B19B-8F53-4FFD-9127-634A4859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0BA8-C1A2-4AAB-A19E-A03D7E4B28FA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DCFA05C-6D06-464F-A33F-094A9CAA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A28AE70-C76A-44DE-AC9B-73ACA6C3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9E90-1B88-4E50-AD77-8FF4401215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5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289A3-4E26-4432-ACD2-975E3356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DEC584-0CAA-406A-A0BB-237902918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0BA8-C1A2-4AAB-A19E-A03D7E4B28FA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5D102F-B7C4-4E49-98E9-4FC4ABFC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051BA1-EBD0-40E4-B022-94437877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9E90-1B88-4E50-AD77-8FF4401215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326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9B9092E-8B82-478D-93E1-B6930566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0BA8-C1A2-4AAB-A19E-A03D7E4B28FA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56802C5-C690-46D1-B79C-1994B58E9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801BB4-69F3-4432-A70D-7713ED55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9E90-1B88-4E50-AD77-8FF4401215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7875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B68F3-8A21-44F7-A2D6-45A6454C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5781E-2AF1-4F2C-A612-89DD5EC87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82B47B-88F7-4217-9FC4-9AC19DED1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7FEBDA-E245-4987-B685-775F7713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0BA8-C1A2-4AAB-A19E-A03D7E4B28FA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091BDC-5F3B-4296-A2B9-88F66299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4873F9-2C94-4A9A-87FC-B5DC494C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9E90-1B88-4E50-AD77-8FF4401215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901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19416-AF7F-4EA2-A60E-F11B53FA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CC3F3B6-A7D9-4893-A885-6C00AB38F4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D2D6A5-A168-4596-A04E-8A5B3D2D9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CE304D-5FDD-4DCA-BBD8-E21D854D0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0BA8-C1A2-4AAB-A19E-A03D7E4B28FA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28AADE-ECB6-4459-A91A-74454677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36DC20-9AC7-4E9B-B7E4-9B28332C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9E90-1B88-4E50-AD77-8FF4401215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9088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5CE14-73E8-4285-84EC-52927CCC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7DDF68-F3AD-4A2A-B159-5952817B9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3CF1C7-D852-4F36-84FC-D90DE1101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0BA8-C1A2-4AAB-A19E-A03D7E4B28FA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565112-DC29-44FD-A9EA-2208C537F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28684D-E3D7-4E3E-B112-A3405BE6D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9E90-1B88-4E50-AD77-8FF4401215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058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9E5DCFE-484A-48AE-8392-ADC037B71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719ADB-38D0-4B88-8C22-D01294A22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00422C-8B90-49E3-BCFD-EA62FD14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0BA8-C1A2-4AAB-A19E-A03D7E4B28FA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B35467-0ED0-4D98-98B3-43C707345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4238D4-2E7F-4EE6-936F-AE6221D8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9E90-1B88-4E50-AD77-8FF4401215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9933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FF37061-3A93-41A4-8E88-50E00844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0639C7-9340-4030-A3B9-A43F038CF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704B71-213C-4215-818A-B68CD0D67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B0BA8-C1A2-4AAB-A19E-A03D7E4B28FA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70B09F-21D9-44C7-8707-45CAA17DF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258202-0C2A-4314-960A-9328EAED5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99E90-1B88-4E50-AD77-8FF4401215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844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5B63D-DEAA-4A04-B73A-00CE151050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6600" dirty="0">
                <a:latin typeface="Arial" panose="020B0604020202020204" pitchFamily="34" charset="0"/>
                <a:cs typeface="Arial" panose="020B0604020202020204" pitchFamily="34" charset="0"/>
              </a:rPr>
              <a:t>Presentatión English </a:t>
            </a:r>
            <a:br>
              <a:rPr lang="es-ES" dirty="0"/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92A109-2191-43AB-981E-DE2AE24211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39355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12528-3EC7-464A-B5C4-F73ABC937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35" y="564776"/>
            <a:ext cx="2702858" cy="757854"/>
          </a:xfrm>
        </p:spPr>
        <p:txBody>
          <a:bodyPr>
            <a:normAutofit fontScale="90000"/>
          </a:bodyPr>
          <a:lstStyle/>
          <a:p>
            <a:r>
              <a:rPr lang="es-ES" i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Workplace </a:t>
            </a:r>
            <a:endParaRPr lang="es-CO" i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8772917-2429-44A3-B0B6-9CAC69E4B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892" y="1712969"/>
            <a:ext cx="6789273" cy="4156019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C5CDBE-64E5-4850-ADE2-DF065614A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482" y="1712969"/>
            <a:ext cx="4005543" cy="415601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Our ideal workplace would be a spacious area with different spots to explore.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Reception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Waiting Room 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Main Office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Work Area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Central Meeting 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Room Central 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Hallway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Cafeteria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Break Room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Restrooms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Information Area</a:t>
            </a:r>
          </a:p>
        </p:txBody>
      </p:sp>
    </p:spTree>
    <p:extLst>
      <p:ext uri="{BB962C8B-B14F-4D97-AF65-F5344CB8AC3E}">
        <p14:creationId xmlns:p14="http://schemas.microsoft.com/office/powerpoint/2010/main" val="3267778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D3D87-9260-4806-97C2-7082CF2C5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100" y="562607"/>
            <a:ext cx="5156200" cy="508000"/>
          </a:xfrm>
        </p:spPr>
        <p:txBody>
          <a:bodyPr>
            <a:noAutofit/>
          </a:bodyPr>
          <a:lstStyle/>
          <a:p>
            <a:pPr algn="ctr"/>
            <a:r>
              <a:rPr lang="es-CO" i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office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31EE3C0C-84E1-46B8-A086-8C3F4BA0A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149" y="1515782"/>
            <a:ext cx="7156075" cy="4770718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ECBE84-8A49-44BC-BFA3-519DD1D24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9900" y="625432"/>
            <a:ext cx="3937000" cy="5842001"/>
          </a:xfrm>
        </p:spPr>
        <p:txBody>
          <a:bodyPr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Main desk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Meeting table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Round side table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Swivel office chairs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Armchairs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Wooden shelving unit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Drawer cabinets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Computers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Monitors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Laptop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Keyboard and mouse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Whiteboard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Glass windows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Carpets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Floor lamp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Recessed ceiling lights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Potted plants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Planters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Mugs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Notebooks</a:t>
            </a:r>
          </a:p>
        </p:txBody>
      </p:sp>
    </p:spTree>
    <p:extLst>
      <p:ext uri="{BB962C8B-B14F-4D97-AF65-F5344CB8AC3E}">
        <p14:creationId xmlns:p14="http://schemas.microsoft.com/office/powerpoint/2010/main" val="12131527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74</Words>
  <Application>Microsoft Office PowerPoint</Application>
  <PresentationFormat>Panorámica</PresentationFormat>
  <Paragraphs>35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Presentatión English  </vt:lpstr>
      <vt:lpstr>My Workplace </vt:lpstr>
      <vt:lpstr>Main office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english</dc:title>
  <dc:creator>esneider benavides</dc:creator>
  <cp:lastModifiedBy>esneider benavides</cp:lastModifiedBy>
  <cp:revision>7</cp:revision>
  <dcterms:created xsi:type="dcterms:W3CDTF">2026-02-07T17:36:37Z</dcterms:created>
  <dcterms:modified xsi:type="dcterms:W3CDTF">2026-02-07T18:28:34Z</dcterms:modified>
</cp:coreProperties>
</file>