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8D438-F109-78B8-5A61-01840047B697}"/>
              </a:ext>
            </a:extLst>
          </p:cNvPr>
          <p:cNvSpPr>
            <a:spLocks noGrp="1"/>
          </p:cNvSpPr>
          <p:nvPr>
            <p:ph type="ctrTitle"/>
          </p:nvPr>
        </p:nvSpPr>
        <p:spPr/>
        <p:txBody>
          <a:bodyPr/>
          <a:lstStyle/>
          <a:p>
            <a:r>
              <a:rPr lang="en-US" sz="6000" b="1" dirty="0"/>
              <a:t>Figma vs Adobe XD</a:t>
            </a:r>
            <a:br>
              <a:rPr lang="en-US" b="1" dirty="0"/>
            </a:br>
            <a:r>
              <a:rPr lang="es-CO" sz="4800" dirty="0" err="1"/>
              <a:t>Wich</a:t>
            </a:r>
            <a:r>
              <a:rPr lang="es-CO" sz="4800" dirty="0"/>
              <a:t> </a:t>
            </a:r>
            <a:r>
              <a:rPr lang="es-CO" sz="4800" dirty="0" err="1"/>
              <a:t>is</a:t>
            </a:r>
            <a:r>
              <a:rPr lang="es-CO" sz="4800" dirty="0"/>
              <a:t> </a:t>
            </a:r>
            <a:r>
              <a:rPr lang="es-CO" sz="4800" dirty="0" err="1"/>
              <a:t>the</a:t>
            </a:r>
            <a:r>
              <a:rPr lang="es-CO" sz="4800" dirty="0"/>
              <a:t> </a:t>
            </a:r>
            <a:r>
              <a:rPr lang="es-CO" sz="4800" dirty="0" err="1"/>
              <a:t>best</a:t>
            </a:r>
            <a:r>
              <a:rPr lang="es-CO" sz="4800" dirty="0"/>
              <a:t> </a:t>
            </a:r>
            <a:r>
              <a:rPr lang="es-CO" sz="4800" dirty="0" err="1"/>
              <a:t>choice</a:t>
            </a:r>
            <a:r>
              <a:rPr lang="es-CO" sz="4800" dirty="0"/>
              <a:t>?</a:t>
            </a:r>
            <a:r>
              <a:rPr lang="en-US" sz="4800" b="1" dirty="0"/>
              <a:t> </a:t>
            </a:r>
            <a:endParaRPr lang="es-CO" dirty="0"/>
          </a:p>
        </p:txBody>
      </p:sp>
      <p:sp>
        <p:nvSpPr>
          <p:cNvPr id="3" name="Subtítulo 2">
            <a:extLst>
              <a:ext uri="{FF2B5EF4-FFF2-40B4-BE49-F238E27FC236}">
                <a16:creationId xmlns:a16="http://schemas.microsoft.com/office/drawing/2014/main" id="{11AFC771-9407-CC60-1503-F93A573BF34C}"/>
              </a:ext>
            </a:extLst>
          </p:cNvPr>
          <p:cNvSpPr>
            <a:spLocks noGrp="1"/>
          </p:cNvSpPr>
          <p:nvPr>
            <p:ph type="subTitle" idx="1"/>
          </p:nvPr>
        </p:nvSpPr>
        <p:spPr/>
        <p:txBody>
          <a:bodyPr>
            <a:normAutofit lnSpcReduction="10000"/>
          </a:bodyPr>
          <a:lstStyle/>
          <a:p>
            <a:pPr algn="ctr"/>
            <a:r>
              <a:rPr lang="es-CO" sz="2000" dirty="0">
                <a:solidFill>
                  <a:schemeClr val="bg2">
                    <a:lumMod val="25000"/>
                  </a:schemeClr>
                </a:solidFill>
              </a:rPr>
              <a:t>PRESENTED BY:  José David Ortega, Erik Santiago Alegría  y  </a:t>
            </a:r>
            <a:r>
              <a:rPr lang="es-CO" sz="2000" dirty="0" err="1">
                <a:solidFill>
                  <a:schemeClr val="bg2">
                    <a:lumMod val="25000"/>
                  </a:schemeClr>
                </a:solidFill>
              </a:rPr>
              <a:t>Esneider</a:t>
            </a:r>
            <a:r>
              <a:rPr lang="es-CO" sz="2000" dirty="0">
                <a:solidFill>
                  <a:schemeClr val="bg2">
                    <a:lumMod val="25000"/>
                  </a:schemeClr>
                </a:solidFill>
              </a:rPr>
              <a:t> Astudillo Benavides</a:t>
            </a:r>
          </a:p>
          <a:p>
            <a:pPr algn="ctr"/>
            <a:r>
              <a:rPr lang="es-CO" sz="2000" dirty="0">
                <a:solidFill>
                  <a:schemeClr val="bg2">
                    <a:lumMod val="25000"/>
                  </a:schemeClr>
                </a:solidFill>
              </a:rPr>
              <a:t>Date : 16/03/2026</a:t>
            </a:r>
          </a:p>
          <a:p>
            <a:endParaRPr lang="es-CO" dirty="0"/>
          </a:p>
        </p:txBody>
      </p:sp>
    </p:spTree>
    <p:extLst>
      <p:ext uri="{BB962C8B-B14F-4D97-AF65-F5344CB8AC3E}">
        <p14:creationId xmlns:p14="http://schemas.microsoft.com/office/powerpoint/2010/main" val="426027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AC753-C569-17ED-5D55-D4DE1323D8DE}"/>
              </a:ext>
            </a:extLst>
          </p:cNvPr>
          <p:cNvSpPr>
            <a:spLocks noGrp="1"/>
          </p:cNvSpPr>
          <p:nvPr>
            <p:ph type="title"/>
          </p:nvPr>
        </p:nvSpPr>
        <p:spPr/>
        <p:txBody>
          <a:bodyPr/>
          <a:lstStyle/>
          <a:p>
            <a:r>
              <a:rPr lang="es-CO" dirty="0" err="1"/>
              <a:t>Introduction</a:t>
            </a:r>
            <a:r>
              <a:rPr lang="es-CO" dirty="0"/>
              <a:t> </a:t>
            </a:r>
            <a:r>
              <a:rPr lang="es-CO" dirty="0" err="1"/>
              <a:t>To</a:t>
            </a:r>
            <a:r>
              <a:rPr lang="es-CO" dirty="0"/>
              <a:t> Tools:</a:t>
            </a:r>
          </a:p>
        </p:txBody>
      </p:sp>
      <p:sp>
        <p:nvSpPr>
          <p:cNvPr id="3" name="Marcador de contenido 2">
            <a:extLst>
              <a:ext uri="{FF2B5EF4-FFF2-40B4-BE49-F238E27FC236}">
                <a16:creationId xmlns:a16="http://schemas.microsoft.com/office/drawing/2014/main" id="{7349A959-7A24-F447-ADDA-64FC4786A8BF}"/>
              </a:ext>
            </a:extLst>
          </p:cNvPr>
          <p:cNvSpPr>
            <a:spLocks noGrp="1"/>
          </p:cNvSpPr>
          <p:nvPr>
            <p:ph idx="1"/>
          </p:nvPr>
        </p:nvSpPr>
        <p:spPr/>
        <p:txBody>
          <a:bodyPr/>
          <a:lstStyle/>
          <a:p>
            <a:r>
              <a:rPr lang="en-US" sz="2000" b="1" dirty="0"/>
              <a:t>Figma</a:t>
            </a:r>
            <a:r>
              <a:rPr lang="en-US" sz="2000" dirty="0"/>
              <a:t> is a cloud-based interface design (UI) and user experience (UX) tool. It is globally recognized as the MOST COLLABORATIVE platform because it allows several designers to work on the same file at the same time, just like a shared Google document. </a:t>
            </a:r>
            <a:endParaRPr lang="es-CO" sz="2000" dirty="0"/>
          </a:p>
          <a:p>
            <a:endParaRPr lang="es-CO" dirty="0"/>
          </a:p>
          <a:p>
            <a:r>
              <a:rPr lang="en-US" b="1" dirty="0"/>
              <a:t>Adobe XD</a:t>
            </a:r>
            <a:r>
              <a:rPr lang="en-US" dirty="0"/>
              <a:t> (Experience Design) is a software tool from the Adobe family created to design prototypes for websites and mobile applications. It is characterized by being lighter and faster than other Adobe programs like Photoshop, focusing exclusively on interactive design. </a:t>
            </a:r>
            <a:endParaRPr lang="es-CO" dirty="0"/>
          </a:p>
          <a:p>
            <a:endParaRPr lang="es-CO" dirty="0"/>
          </a:p>
        </p:txBody>
      </p:sp>
    </p:spTree>
    <p:extLst>
      <p:ext uri="{BB962C8B-B14F-4D97-AF65-F5344CB8AC3E}">
        <p14:creationId xmlns:p14="http://schemas.microsoft.com/office/powerpoint/2010/main" val="2934513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A5527D3-5462-86CA-EDE3-735CC60D86A8}"/>
              </a:ext>
            </a:extLst>
          </p:cNvPr>
          <p:cNvPicPr>
            <a:picLocks noChangeAspect="1"/>
          </p:cNvPicPr>
          <p:nvPr/>
        </p:nvPicPr>
        <p:blipFill>
          <a:blip r:embed="rId2"/>
          <a:stretch>
            <a:fillRect/>
          </a:stretch>
        </p:blipFill>
        <p:spPr>
          <a:xfrm>
            <a:off x="1040524" y="483476"/>
            <a:ext cx="7854731" cy="5891048"/>
          </a:xfrm>
          <a:prstGeom prst="rect">
            <a:avLst/>
          </a:prstGeom>
        </p:spPr>
      </p:pic>
    </p:spTree>
    <p:extLst>
      <p:ext uri="{BB962C8B-B14F-4D97-AF65-F5344CB8AC3E}">
        <p14:creationId xmlns:p14="http://schemas.microsoft.com/office/powerpoint/2010/main" val="410009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3AC843-BAB6-733D-00BA-24BBCC58E6FD}"/>
              </a:ext>
            </a:extLst>
          </p:cNvPr>
          <p:cNvSpPr>
            <a:spLocks noGrp="1"/>
          </p:cNvSpPr>
          <p:nvPr>
            <p:ph type="title"/>
          </p:nvPr>
        </p:nvSpPr>
        <p:spPr/>
        <p:txBody>
          <a:bodyPr/>
          <a:lstStyle/>
          <a:p>
            <a:r>
              <a:rPr lang="es-CO" dirty="0" err="1"/>
              <a:t>Conclusion</a:t>
            </a:r>
            <a:r>
              <a:rPr lang="es-CO" dirty="0"/>
              <a:t>:</a:t>
            </a:r>
          </a:p>
        </p:txBody>
      </p:sp>
      <p:sp>
        <p:nvSpPr>
          <p:cNvPr id="3" name="Marcador de contenido 2">
            <a:extLst>
              <a:ext uri="{FF2B5EF4-FFF2-40B4-BE49-F238E27FC236}">
                <a16:creationId xmlns:a16="http://schemas.microsoft.com/office/drawing/2014/main" id="{82A7C124-DB71-4EB8-F291-2CA5319D39CA}"/>
              </a:ext>
            </a:extLst>
          </p:cNvPr>
          <p:cNvSpPr>
            <a:spLocks noGrp="1"/>
          </p:cNvSpPr>
          <p:nvPr>
            <p:ph idx="1"/>
          </p:nvPr>
        </p:nvSpPr>
        <p:spPr/>
        <p:txBody>
          <a:bodyPr/>
          <a:lstStyle/>
          <a:p>
            <a:r>
              <a:rPr lang="en-US" sz="2400" dirty="0"/>
              <a:t>While Adobe XD is a stable and familiar tool for those already in the Adobe ecosystem, it is no longer receiving major updates. Figma has become the industry standard due to its cloud-native approach.</a:t>
            </a:r>
            <a:endParaRPr lang="es-CO" sz="2400" dirty="0"/>
          </a:p>
          <a:p>
            <a:pPr marL="0" indent="0">
              <a:buNone/>
            </a:pPr>
            <a:endParaRPr lang="es-CO" dirty="0"/>
          </a:p>
        </p:txBody>
      </p:sp>
    </p:spTree>
    <p:extLst>
      <p:ext uri="{BB962C8B-B14F-4D97-AF65-F5344CB8AC3E}">
        <p14:creationId xmlns:p14="http://schemas.microsoft.com/office/powerpoint/2010/main" val="3133563173"/>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TotalTime>
  <Words>165</Words>
  <Application>Microsoft Office PowerPoint</Application>
  <PresentationFormat>Panorámica</PresentationFormat>
  <Paragraphs>9</Paragraphs>
  <Slides>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Trebuchet MS</vt:lpstr>
      <vt:lpstr>Wingdings 3</vt:lpstr>
      <vt:lpstr>Faceta</vt:lpstr>
      <vt:lpstr>Figma vs Adobe XD Wich is the best choice? </vt:lpstr>
      <vt:lpstr>Introduction To Tools:</vt:lpstr>
      <vt:lpstr>Presentación de PowerPoint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 SANTIAGO ALEGRIA ROJAS</dc:creator>
  <cp:lastModifiedBy>ERIK SANTIAGO ALEGRIA ROJAS</cp:lastModifiedBy>
  <cp:revision>1</cp:revision>
  <dcterms:created xsi:type="dcterms:W3CDTF">2026-03-17T02:00:15Z</dcterms:created>
  <dcterms:modified xsi:type="dcterms:W3CDTF">2026-03-17T02:15:10Z</dcterms:modified>
</cp:coreProperties>
</file>