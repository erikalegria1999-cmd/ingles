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88521-9127-33CB-88CC-6075F3D944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Senalingua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F88224-0C2E-EA3C-3A3F-D95C6FEA5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448290"/>
          </a:xfrm>
        </p:spPr>
        <p:txBody>
          <a:bodyPr>
            <a:normAutofit/>
          </a:bodyPr>
          <a:lstStyle/>
          <a:p>
            <a:r>
              <a:rPr lang="es-MX" dirty="0"/>
              <a:t>Karen Castañeda, </a:t>
            </a:r>
            <a:r>
              <a:rPr lang="es-MX" dirty="0" err="1"/>
              <a:t>Andres</a:t>
            </a:r>
            <a:r>
              <a:rPr lang="es-MX" dirty="0"/>
              <a:t> Felipe, </a:t>
            </a:r>
            <a:r>
              <a:rPr lang="es-CO" dirty="0"/>
              <a:t>Emanuel, Karen Pastas, Cristian </a:t>
            </a:r>
            <a:r>
              <a:rPr lang="es-CO" dirty="0" err="1"/>
              <a:t>Yalanda</a:t>
            </a:r>
            <a:r>
              <a:rPr lang="es-CO" dirty="0"/>
              <a:t>, Erik Santiago Alegria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06F10B8-A406-EDAA-6A5C-956F46A84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0" y="27284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7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74341-0E2D-C97E-0E49-06644303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Software </a:t>
            </a:r>
            <a:r>
              <a:rPr lang="es-CO" dirty="0" err="1"/>
              <a:t>Projects</a:t>
            </a:r>
            <a:r>
              <a:rPr lang="es-CO" dirty="0"/>
              <a:t> </a:t>
            </a:r>
            <a:r>
              <a:rPr lang="es-CO" dirty="0" err="1"/>
              <a:t>Description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A2076C6-D9C6-965B-F3FC-2CC579207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779" y="1930400"/>
            <a:ext cx="8507223" cy="408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2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3B266-C170-EC40-82D7-CFDB6B95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Website</a:t>
            </a:r>
            <a:r>
              <a:rPr lang="es-CO" dirty="0"/>
              <a:t> Interface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8688217-0E24-A8DC-44BD-0CD4041DD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77" y="1270000"/>
            <a:ext cx="8761633" cy="544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5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E8A50-1403-C7F7-DEBA-867C47CF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Mobile App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6BFEC2-D78C-5399-863A-379135EC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28" y="1321955"/>
            <a:ext cx="3484295" cy="5262767"/>
          </a:xfrm>
          <a:prstGeom prst="rect">
            <a:avLst/>
          </a:prstGeo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D14BBEE-62E9-59CB-4F29-F9B8D0531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6330" y="1423556"/>
            <a:ext cx="3484295" cy="543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196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25</Words>
  <Application>Microsoft Office PowerPoint</Application>
  <PresentationFormat>Panorámica</PresentationFormat>
  <Paragraphs>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Faceta</vt:lpstr>
      <vt:lpstr>Senalingua</vt:lpstr>
      <vt:lpstr>Software Projects Description</vt:lpstr>
      <vt:lpstr>Website Interface</vt:lpstr>
      <vt:lpstr>Mobile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Santiago Alegria Rojas</dc:creator>
  <cp:lastModifiedBy>Erik Santiago Alegria Rojas</cp:lastModifiedBy>
  <cp:revision>4</cp:revision>
  <dcterms:created xsi:type="dcterms:W3CDTF">2026-04-07T16:02:41Z</dcterms:created>
  <dcterms:modified xsi:type="dcterms:W3CDTF">2026-04-07T16:23:16Z</dcterms:modified>
</cp:coreProperties>
</file>